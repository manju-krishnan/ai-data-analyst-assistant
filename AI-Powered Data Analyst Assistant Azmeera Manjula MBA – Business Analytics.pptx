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9.jpe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65660" y="1072823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1951" y="3122945"/>
            <a:ext cx="8502015" cy="203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Data Analyst Assistant 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Azmeera Manjula 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MBA – Business Analytics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8829" y="2142974"/>
            <a:ext cx="6359496" cy="6001051"/>
          </a:xfrm>
          <a:custGeom>
            <a:avLst/>
            <a:gdLst/>
            <a:ahLst/>
            <a:cxnLst/>
            <a:rect r="r" b="b" t="t" l="l"/>
            <a:pathLst>
              <a:path h="6001051" w="6359496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33632" y="2608556"/>
            <a:ext cx="5069889" cy="50698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3333" t="0" r="-3333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71281" y="1082525"/>
            <a:ext cx="6369605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3621" y="1002991"/>
            <a:ext cx="2627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STUDIO SHODWE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0300" y="3403449"/>
            <a:ext cx="9370933" cy="409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Businesses face delays in data analysis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Due to dependency on technical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teams for SQL queries and dashboards.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Non-technical users struggle to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38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 insights from data quickly.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23472"/>
            <a:ext cx="1142425" cy="1078034"/>
          </a:xfrm>
          <a:custGeom>
            <a:avLst/>
            <a:gdLst/>
            <a:ahLst/>
            <a:cxnLst/>
            <a:rect r="r" b="b" t="t" l="l"/>
            <a:pathLst>
              <a:path h="1078034" w="1142425">
                <a:moveTo>
                  <a:pt x="0" y="0"/>
                </a:moveTo>
                <a:lnTo>
                  <a:pt x="1142425" y="0"/>
                </a:lnTo>
                <a:lnTo>
                  <a:pt x="1142425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945775"/>
            <a:ext cx="1142425" cy="1078034"/>
          </a:xfrm>
          <a:custGeom>
            <a:avLst/>
            <a:gdLst/>
            <a:ahLst/>
            <a:cxnLst/>
            <a:rect r="r" b="b" t="t" l="l"/>
            <a:pathLst>
              <a:path h="1078034" w="1142425">
                <a:moveTo>
                  <a:pt x="0" y="0"/>
                </a:moveTo>
                <a:lnTo>
                  <a:pt x="1142425" y="0"/>
                </a:lnTo>
                <a:lnTo>
                  <a:pt x="1142425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566734"/>
            <a:ext cx="1142425" cy="1078034"/>
          </a:xfrm>
          <a:custGeom>
            <a:avLst/>
            <a:gdLst/>
            <a:ahLst/>
            <a:cxnLst/>
            <a:rect r="r" b="b" t="t" l="l"/>
            <a:pathLst>
              <a:path h="1078034" w="1142425">
                <a:moveTo>
                  <a:pt x="0" y="0"/>
                </a:moveTo>
                <a:lnTo>
                  <a:pt x="1142425" y="0"/>
                </a:lnTo>
                <a:lnTo>
                  <a:pt x="1142425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46142" y="7721455"/>
            <a:ext cx="6359496" cy="6001051"/>
          </a:xfrm>
          <a:custGeom>
            <a:avLst/>
            <a:gdLst/>
            <a:ahLst/>
            <a:cxnLst/>
            <a:rect r="r" b="b" t="t" l="l"/>
            <a:pathLst>
              <a:path h="6001051" w="6359496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941974">
            <a:off x="14079552" y="-1959434"/>
            <a:ext cx="6359496" cy="6001051"/>
          </a:xfrm>
          <a:custGeom>
            <a:avLst/>
            <a:gdLst/>
            <a:ahLst/>
            <a:cxnLst/>
            <a:rect r="r" b="b" t="t" l="l"/>
            <a:pathLst>
              <a:path h="6001051" w="6359496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63800" y="1028700"/>
            <a:ext cx="6195500" cy="8229600"/>
            <a:chOff x="0" y="0"/>
            <a:chExt cx="959845" cy="1274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9845" cy="1274980"/>
            </a:xfrm>
            <a:custGeom>
              <a:avLst/>
              <a:gdLst/>
              <a:ahLst/>
              <a:cxnLst/>
              <a:rect r="r" b="b" t="t" l="l"/>
              <a:pathLst>
                <a:path h="1274980" w="959845">
                  <a:moveTo>
                    <a:pt x="0" y="0"/>
                  </a:moveTo>
                  <a:lnTo>
                    <a:pt x="959845" y="0"/>
                  </a:lnTo>
                  <a:lnTo>
                    <a:pt x="95984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7"/>
              <a:stretch>
                <a:fillRect l="-68072" t="0" r="-680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711451"/>
            <a:ext cx="6369605" cy="9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37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DEVELOPED AN AI-POWERED ASSISTANT THAT: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913" y="926465"/>
            <a:ext cx="2627801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b="true" sz="35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7122" y="4513239"/>
            <a:ext cx="77403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Converts natural language into SQL queries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47122" y="6286355"/>
            <a:ext cx="77403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Converts natural language into SQL queries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47122" y="7869629"/>
            <a:ext cx="77403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enerates insights automatically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0298" y="4673577"/>
            <a:ext cx="5792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298" y="6295880"/>
            <a:ext cx="5792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0298" y="7919159"/>
            <a:ext cx="5792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7122" y="9346364"/>
            <a:ext cx="391287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Visualizes data using charts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8700" y="9045790"/>
            <a:ext cx="1142425" cy="1078034"/>
          </a:xfrm>
          <a:custGeom>
            <a:avLst/>
            <a:gdLst/>
            <a:ahLst/>
            <a:cxnLst/>
            <a:rect r="r" b="b" t="t" l="l"/>
            <a:pathLst>
              <a:path h="1078034" w="1142425">
                <a:moveTo>
                  <a:pt x="0" y="0"/>
                </a:moveTo>
                <a:lnTo>
                  <a:pt x="1142425" y="0"/>
                </a:lnTo>
                <a:lnTo>
                  <a:pt x="1142425" y="1078033"/>
                </a:lnTo>
                <a:lnTo>
                  <a:pt x="0" y="1078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10298" y="9395894"/>
            <a:ext cx="5792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0473" y="2488892"/>
            <a:ext cx="6359496" cy="6001051"/>
          </a:xfrm>
          <a:custGeom>
            <a:avLst/>
            <a:gdLst/>
            <a:ahLst/>
            <a:cxnLst/>
            <a:rect r="r" b="b" t="t" l="l"/>
            <a:pathLst>
              <a:path h="6001051" w="6359496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032194">
            <a:off x="14873751" y="6504927"/>
            <a:ext cx="6359496" cy="6001051"/>
          </a:xfrm>
          <a:custGeom>
            <a:avLst/>
            <a:gdLst/>
            <a:ahLst/>
            <a:cxnLst/>
            <a:rect r="r" b="b" t="t" l="l"/>
            <a:pathLst>
              <a:path h="6001051" w="6359496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5143500"/>
            <a:ext cx="9144000" cy="5143500"/>
            <a:chOff x="0" y="0"/>
            <a:chExt cx="1416645" cy="796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645" cy="796863"/>
            </a:xfrm>
            <a:custGeom>
              <a:avLst/>
              <a:gdLst/>
              <a:ahLst/>
              <a:cxnLst/>
              <a:rect r="r" b="b" t="t" l="l"/>
              <a:pathLst>
                <a:path h="796863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0"/>
            <a:ext cx="9144000" cy="5143500"/>
            <a:chOff x="0" y="0"/>
            <a:chExt cx="1416645" cy="796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6645" cy="796863"/>
            </a:xfrm>
            <a:custGeom>
              <a:avLst/>
              <a:gdLst/>
              <a:ahLst/>
              <a:cxnLst/>
              <a:rect r="r" b="b" t="t" l="l"/>
              <a:pathLst>
                <a:path h="796863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8"/>
              <a:stretch>
                <a:fillRect l="0" t="-9296" r="0" b="-929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2765117"/>
            <a:ext cx="6369605" cy="124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3215" y="6086331"/>
            <a:ext cx="8594785" cy="254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5"/>
              </a:lnSpc>
              <a:spcBef>
                <a:spcPct val="0"/>
              </a:spcBef>
            </a:pPr>
            <a:r>
              <a:rPr lang="en-US" b="true" sz="29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b="true" sz="2911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Natural Language Query Input</a:t>
            </a:r>
          </a:p>
          <a:p>
            <a:pPr algn="just">
              <a:lnSpc>
                <a:spcPts val="4075"/>
              </a:lnSpc>
              <a:spcBef>
                <a:spcPct val="0"/>
              </a:spcBef>
            </a:pPr>
            <a:r>
              <a:rPr lang="en-US" b="true" sz="2911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Auto SQL Generation</a:t>
            </a:r>
          </a:p>
          <a:p>
            <a:pPr algn="just">
              <a:lnSpc>
                <a:spcPts val="4075"/>
              </a:lnSpc>
              <a:spcBef>
                <a:spcPct val="0"/>
              </a:spcBef>
            </a:pPr>
            <a:r>
              <a:rPr lang="en-US" b="true" sz="2911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Data Analysis using BigQuery</a:t>
            </a:r>
          </a:p>
          <a:p>
            <a:pPr algn="just">
              <a:lnSpc>
                <a:spcPts val="4075"/>
              </a:lnSpc>
              <a:spcBef>
                <a:spcPct val="0"/>
              </a:spcBef>
            </a:pPr>
            <a:r>
              <a:rPr lang="en-US" b="true" sz="2911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Insight Generation</a:t>
            </a:r>
          </a:p>
          <a:p>
            <a:pPr algn="just" marL="0" indent="0" lvl="1">
              <a:lnSpc>
                <a:spcPts val="4075"/>
              </a:lnSpc>
              <a:spcBef>
                <a:spcPct val="0"/>
              </a:spcBef>
            </a:pPr>
            <a:r>
              <a:rPr lang="en-US" b="true" sz="2911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 Data Visualization (Charts)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33284"/>
            <a:ext cx="6369605" cy="44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36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PROCESS 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550539" y="0"/>
            <a:ext cx="8737461" cy="11355780"/>
            <a:chOff x="0" y="0"/>
            <a:chExt cx="7620000" cy="9903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0" cy="9903454"/>
            </a:xfrm>
            <a:custGeom>
              <a:avLst/>
              <a:gdLst/>
              <a:ahLst/>
              <a:cxnLst/>
              <a:rect r="r" b="b" t="t" l="l"/>
              <a:pathLst>
                <a:path h="9903454" w="7620000">
                  <a:moveTo>
                    <a:pt x="6826250" y="0"/>
                  </a:moveTo>
                  <a:lnTo>
                    <a:pt x="793750" y="0"/>
                  </a:lnTo>
                  <a:cubicBezTo>
                    <a:pt x="355600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6826250" y="9903454"/>
                  </a:lnTo>
                  <a:cubicBezTo>
                    <a:pt x="7264400" y="9903454"/>
                    <a:pt x="7620000" y="9441293"/>
                    <a:pt x="7620000" y="8871844"/>
                  </a:cubicBezTo>
                  <a:lnTo>
                    <a:pt x="7620000" y="0"/>
                  </a:lnTo>
                  <a:lnTo>
                    <a:pt x="6826250" y="0"/>
                  </a:lnTo>
                  <a:close/>
                </a:path>
              </a:pathLst>
            </a:custGeom>
            <a:blipFill>
              <a:blip r:embed="rId5"/>
              <a:stretch>
                <a:fillRect l="-65858" t="-288" r="-6585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3032194">
            <a:off x="5464405" y="817462"/>
            <a:ext cx="2559125" cy="2414883"/>
          </a:xfrm>
          <a:custGeom>
            <a:avLst/>
            <a:gdLst/>
            <a:ahLst/>
            <a:cxnLst/>
            <a:rect r="r" b="b" t="t" l="l"/>
            <a:pathLst>
              <a:path h="2414883" w="2559125">
                <a:moveTo>
                  <a:pt x="0" y="0"/>
                </a:moveTo>
                <a:lnTo>
                  <a:pt x="2559125" y="0"/>
                </a:lnTo>
                <a:lnTo>
                  <a:pt x="2559125" y="2414884"/>
                </a:lnTo>
                <a:lnTo>
                  <a:pt x="0" y="2414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699999">
            <a:off x="6061660" y="7996077"/>
            <a:ext cx="4855520" cy="4581845"/>
          </a:xfrm>
          <a:custGeom>
            <a:avLst/>
            <a:gdLst/>
            <a:ahLst/>
            <a:cxnLst/>
            <a:rect r="r" b="b" t="t" l="l"/>
            <a:pathLst>
              <a:path h="4581845" w="4855520">
                <a:moveTo>
                  <a:pt x="0" y="0"/>
                </a:moveTo>
                <a:lnTo>
                  <a:pt x="4855520" y="0"/>
                </a:lnTo>
                <a:lnTo>
                  <a:pt x="4855520" y="4581846"/>
                </a:lnTo>
                <a:lnTo>
                  <a:pt x="0" y="45818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247197"/>
            <a:ext cx="7460720" cy="17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32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 Query → AI Processing → SQL Query → BigQuery → Insights → Visualization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37572"/>
            <a:ext cx="6369605" cy="68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53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SQL QUERY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59060" y="-765405"/>
            <a:ext cx="15799026" cy="11355780"/>
            <a:chOff x="0" y="0"/>
            <a:chExt cx="13778439" cy="9903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78438" cy="9903454"/>
            </a:xfrm>
            <a:custGeom>
              <a:avLst/>
              <a:gdLst/>
              <a:ahLst/>
              <a:cxnLst/>
              <a:rect r="r" b="b" t="t" l="l"/>
              <a:pathLst>
                <a:path h="9903454" w="13778438">
                  <a:moveTo>
                    <a:pt x="12343185" y="0"/>
                  </a:moveTo>
                  <a:lnTo>
                    <a:pt x="1435254" y="0"/>
                  </a:lnTo>
                  <a:cubicBezTo>
                    <a:pt x="642994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12343185" y="9903454"/>
                  </a:lnTo>
                  <a:cubicBezTo>
                    <a:pt x="13135445" y="9903454"/>
                    <a:pt x="13778438" y="9441293"/>
                    <a:pt x="13778438" y="8871844"/>
                  </a:cubicBezTo>
                  <a:lnTo>
                    <a:pt x="13778438" y="0"/>
                  </a:lnTo>
                  <a:lnTo>
                    <a:pt x="12343185" y="0"/>
                  </a:lnTo>
                  <a:close/>
                </a:path>
              </a:pathLst>
            </a:custGeom>
            <a:blipFill>
              <a:blip r:embed="rId5"/>
              <a:stretch>
                <a:fillRect l="0" t="-4487" r="-54395" b="-1634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3032194">
            <a:off x="1081591" y="66199"/>
            <a:ext cx="2559125" cy="2414883"/>
          </a:xfrm>
          <a:custGeom>
            <a:avLst/>
            <a:gdLst/>
            <a:ahLst/>
            <a:cxnLst/>
            <a:rect r="r" b="b" t="t" l="l"/>
            <a:pathLst>
              <a:path h="2414883" w="2559125">
                <a:moveTo>
                  <a:pt x="0" y="0"/>
                </a:moveTo>
                <a:lnTo>
                  <a:pt x="2559125" y="0"/>
                </a:lnTo>
                <a:lnTo>
                  <a:pt x="2559125" y="2414883"/>
                </a:lnTo>
                <a:lnTo>
                  <a:pt x="0" y="2414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699999">
            <a:off x="-1267567" y="8648531"/>
            <a:ext cx="4855520" cy="4581845"/>
          </a:xfrm>
          <a:custGeom>
            <a:avLst/>
            <a:gdLst/>
            <a:ahLst/>
            <a:cxnLst/>
            <a:rect r="r" b="b" t="t" l="l"/>
            <a:pathLst>
              <a:path h="4581845" w="4855520">
                <a:moveTo>
                  <a:pt x="0" y="0"/>
                </a:moveTo>
                <a:lnTo>
                  <a:pt x="4855520" y="0"/>
                </a:lnTo>
                <a:lnTo>
                  <a:pt x="4855520" y="4581845"/>
                </a:lnTo>
                <a:lnTo>
                  <a:pt x="0" y="458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6247" y="2962259"/>
            <a:ext cx="7460720" cy="2380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ales Trend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Analysis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</a:p>
          <a:p>
            <a:pPr algn="just" marL="0" indent="0" lvl="1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(Last 6 Months)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26759" y="506038"/>
            <a:ext cx="9828918" cy="9274924"/>
          </a:xfrm>
          <a:custGeom>
            <a:avLst/>
            <a:gdLst/>
            <a:ahLst/>
            <a:cxnLst/>
            <a:rect r="r" b="b" t="t" l="l"/>
            <a:pathLst>
              <a:path h="9274924" w="9828918">
                <a:moveTo>
                  <a:pt x="0" y="0"/>
                </a:moveTo>
                <a:lnTo>
                  <a:pt x="9828918" y="0"/>
                </a:lnTo>
                <a:lnTo>
                  <a:pt x="9828918" y="9274924"/>
                </a:lnTo>
                <a:lnTo>
                  <a:pt x="0" y="9274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892197" y="1459949"/>
            <a:ext cx="7367103" cy="73671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922588"/>
            <a:ext cx="6369605" cy="124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19562"/>
            <a:ext cx="8115300" cy="231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25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Sales peaked in March (4411), indicating the highest demand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Decline observed in April and June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February shows lower performance compared to January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Overall fluctuating trend with growth opportunities</a:t>
            </a:r>
          </a:p>
          <a:p>
            <a:pPr algn="just" marL="0" indent="0" lvl="1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Business should focus on improving consistency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062" y="5888567"/>
            <a:ext cx="553119" cy="553119"/>
          </a:xfrm>
          <a:custGeom>
            <a:avLst/>
            <a:gdLst/>
            <a:ahLst/>
            <a:cxnLst/>
            <a:rect r="r" b="b" t="t" l="l"/>
            <a:pathLst>
              <a:path h="553119" w="553119">
                <a:moveTo>
                  <a:pt x="0" y="0"/>
                </a:moveTo>
                <a:lnTo>
                  <a:pt x="553119" y="0"/>
                </a:lnTo>
                <a:lnTo>
                  <a:pt x="553119" y="553119"/>
                </a:lnTo>
                <a:lnTo>
                  <a:pt x="0" y="553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660332"/>
            <a:ext cx="553119" cy="553119"/>
          </a:xfrm>
          <a:custGeom>
            <a:avLst/>
            <a:gdLst/>
            <a:ahLst/>
            <a:cxnLst/>
            <a:rect r="r" b="b" t="t" l="l"/>
            <a:pathLst>
              <a:path h="553119" w="553119">
                <a:moveTo>
                  <a:pt x="0" y="0"/>
                </a:moveTo>
                <a:lnTo>
                  <a:pt x="553119" y="0"/>
                </a:lnTo>
                <a:lnTo>
                  <a:pt x="553119" y="553118"/>
                </a:lnTo>
                <a:lnTo>
                  <a:pt x="0" y="5531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4099498" y="1983698"/>
            <a:ext cx="3159802" cy="6319604"/>
            <a:chOff x="0" y="0"/>
            <a:chExt cx="3331210" cy="6662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3331210" y="3331210"/>
                  </a:moveTo>
                  <a:lnTo>
                    <a:pt x="3331210" y="6662420"/>
                  </a:lnTo>
                  <a:cubicBezTo>
                    <a:pt x="1490980" y="6662420"/>
                    <a:pt x="0" y="5170170"/>
                    <a:pt x="0" y="3331210"/>
                  </a:cubicBezTo>
                  <a:cubicBezTo>
                    <a:pt x="0" y="149225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9"/>
              <a:stretch>
                <a:fillRect l="-25000" t="0" r="-250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39696" y="1983698"/>
            <a:ext cx="3159802" cy="6319604"/>
            <a:chOff x="0" y="0"/>
            <a:chExt cx="317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4928502"/>
                    <a:pt x="1753502" y="6350000"/>
                    <a:pt x="0" y="6350000"/>
                  </a:cubicBezTo>
                  <a:lnTo>
                    <a:pt x="0" y="0"/>
                  </a:lnTo>
                  <a:cubicBezTo>
                    <a:pt x="1753502" y="0"/>
                    <a:pt x="3175000" y="1421498"/>
                    <a:pt x="3175000" y="3175000"/>
                  </a:cubicBezTo>
                  <a:close/>
                </a:path>
              </a:pathLst>
            </a:custGeom>
            <a:blipFill>
              <a:blip r:embed="rId10"/>
              <a:stretch>
                <a:fillRect l="-83333" t="0" r="-8333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2929750">
            <a:off x="12365450" y="7912088"/>
            <a:ext cx="3468096" cy="3272622"/>
          </a:xfrm>
          <a:custGeom>
            <a:avLst/>
            <a:gdLst/>
            <a:ahLst/>
            <a:cxnLst/>
            <a:rect r="r" b="b" t="t" l="l"/>
            <a:pathLst>
              <a:path h="3272622" w="3468096">
                <a:moveTo>
                  <a:pt x="0" y="0"/>
                </a:moveTo>
                <a:lnTo>
                  <a:pt x="3468096" y="0"/>
                </a:lnTo>
                <a:lnTo>
                  <a:pt x="3468096" y="3272622"/>
                </a:lnTo>
                <a:lnTo>
                  <a:pt x="0" y="32726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224507">
            <a:off x="7469357" y="1205092"/>
            <a:ext cx="2390310" cy="2255583"/>
          </a:xfrm>
          <a:custGeom>
            <a:avLst/>
            <a:gdLst/>
            <a:ahLst/>
            <a:cxnLst/>
            <a:rect r="r" b="b" t="t" l="l"/>
            <a:pathLst>
              <a:path h="2255583" w="2390310">
                <a:moveTo>
                  <a:pt x="0" y="0"/>
                </a:moveTo>
                <a:lnTo>
                  <a:pt x="2390310" y="0"/>
                </a:lnTo>
                <a:lnTo>
                  <a:pt x="2390310" y="2255583"/>
                </a:lnTo>
                <a:lnTo>
                  <a:pt x="0" y="22555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2032069">
            <a:off x="9178774" y="-238900"/>
            <a:ext cx="1503889" cy="1419124"/>
          </a:xfrm>
          <a:custGeom>
            <a:avLst/>
            <a:gdLst/>
            <a:ahLst/>
            <a:cxnLst/>
            <a:rect r="r" b="b" t="t" l="l"/>
            <a:pathLst>
              <a:path h="1419124" w="1503889">
                <a:moveTo>
                  <a:pt x="0" y="0"/>
                </a:moveTo>
                <a:lnTo>
                  <a:pt x="1503889" y="0"/>
                </a:lnTo>
                <a:lnTo>
                  <a:pt x="1503889" y="1419125"/>
                </a:lnTo>
                <a:lnTo>
                  <a:pt x="0" y="14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3052080"/>
            <a:ext cx="6369605" cy="124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CONTACT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62247" y="5831417"/>
            <a:ext cx="5500246" cy="49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0"/>
              </a:lnSpc>
              <a:spcBef>
                <a:spcPct val="0"/>
              </a:spcBef>
            </a:pPr>
            <a:r>
              <a:rPr lang="en-US" sz="29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6305088117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1756" y="6668984"/>
            <a:ext cx="7112244" cy="49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0"/>
              </a:lnSpc>
              <a:spcBef>
                <a:spcPct val="0"/>
              </a:spcBef>
            </a:pPr>
            <a:r>
              <a:rPr lang="en-US" sz="29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MANJULAAZMEERA2@GMAIL.COM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7176" y="0"/>
            <a:ext cx="8460824" cy="10287000"/>
            <a:chOff x="0" y="0"/>
            <a:chExt cx="5222731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22731" cy="6350000"/>
            </a:xfrm>
            <a:custGeom>
              <a:avLst/>
              <a:gdLst/>
              <a:ahLst/>
              <a:cxnLst/>
              <a:rect r="r" b="b" t="t" l="l"/>
              <a:pathLst>
                <a:path h="6350000" w="5222731">
                  <a:moveTo>
                    <a:pt x="5222731" y="0"/>
                  </a:moveTo>
                  <a:lnTo>
                    <a:pt x="5222731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2338335" y="0"/>
                    <a:pt x="5222731" y="0"/>
                  </a:cubicBezTo>
                  <a:close/>
                </a:path>
              </a:pathLst>
            </a:custGeom>
            <a:blipFill>
              <a:blip r:embed="rId5"/>
              <a:stretch>
                <a:fillRect l="-41244" t="0" r="-4124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5970" y="4382243"/>
            <a:ext cx="8115300" cy="356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</a:t>
            </a:r>
            <a:r>
              <a:rPr lang="en-US" sz="34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solution enables faster and easier data analysis using AI.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1">
              <a:lnSpc>
                <a:spcPts val="5039"/>
              </a:lnSpc>
              <a:spcBef>
                <a:spcPct val="0"/>
              </a:spcBef>
            </a:pPr>
            <a:r>
              <a:rPr lang="en-US" sz="35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reduces dependency on technical teams and helps businesses make quick decisions.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34501" y="0"/>
            <a:ext cx="4928366" cy="4650585"/>
          </a:xfrm>
          <a:custGeom>
            <a:avLst/>
            <a:gdLst/>
            <a:ahLst/>
            <a:cxnLst/>
            <a:rect r="r" b="b" t="t" l="l"/>
            <a:pathLst>
              <a:path h="4650585" w="4928366">
                <a:moveTo>
                  <a:pt x="0" y="0"/>
                </a:moveTo>
                <a:lnTo>
                  <a:pt x="4928366" y="0"/>
                </a:lnTo>
                <a:lnTo>
                  <a:pt x="4928366" y="4650585"/>
                </a:lnTo>
                <a:lnTo>
                  <a:pt x="0" y="4650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929750">
            <a:off x="4992600" y="8193181"/>
            <a:ext cx="2257477" cy="2130237"/>
          </a:xfrm>
          <a:custGeom>
            <a:avLst/>
            <a:gdLst/>
            <a:ahLst/>
            <a:cxnLst/>
            <a:rect r="r" b="b" t="t" l="l"/>
            <a:pathLst>
              <a:path h="2130237" w="2257477">
                <a:moveTo>
                  <a:pt x="0" y="0"/>
                </a:moveTo>
                <a:lnTo>
                  <a:pt x="2257477" y="0"/>
                </a:lnTo>
                <a:lnTo>
                  <a:pt x="2257477" y="2130238"/>
                </a:lnTo>
                <a:lnTo>
                  <a:pt x="0" y="2130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3052080"/>
            <a:ext cx="6369605" cy="124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7" t="-11829" r="-7870" b="-114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46397" cy="326407"/>
          </a:xfrm>
          <a:custGeom>
            <a:avLst/>
            <a:gdLst/>
            <a:ahLst/>
            <a:cxnLst/>
            <a:rect r="r" b="b" t="t" l="l"/>
            <a:pathLst>
              <a:path h="326407" w="546397">
                <a:moveTo>
                  <a:pt x="0" y="0"/>
                </a:moveTo>
                <a:lnTo>
                  <a:pt x="546397" y="0"/>
                </a:lnTo>
                <a:lnTo>
                  <a:pt x="546397" y="326407"/>
                </a:lnTo>
                <a:lnTo>
                  <a:pt x="0" y="32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13224" y="1931151"/>
            <a:ext cx="9261553" cy="3954172"/>
            <a:chOff x="0" y="0"/>
            <a:chExt cx="7436558" cy="317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36558" cy="3175000"/>
            </a:xfrm>
            <a:custGeom>
              <a:avLst/>
              <a:gdLst/>
              <a:ahLst/>
              <a:cxnLst/>
              <a:rect r="r" b="b" t="t" l="l"/>
              <a:pathLst>
                <a:path h="3175000" w="7436558">
                  <a:moveTo>
                    <a:pt x="7436558" y="3175000"/>
                  </a:moveTo>
                  <a:lnTo>
                    <a:pt x="0" y="3175000"/>
                  </a:lnTo>
                  <a:cubicBezTo>
                    <a:pt x="0" y="1421498"/>
                    <a:pt x="1664733" y="0"/>
                    <a:pt x="3718279" y="0"/>
                  </a:cubicBezTo>
                  <a:cubicBezTo>
                    <a:pt x="5771825" y="0"/>
                    <a:pt x="7436558" y="1421498"/>
                    <a:pt x="7436558" y="3175000"/>
                  </a:cubicBezTo>
                  <a:close/>
                </a:path>
              </a:pathLst>
            </a:custGeom>
            <a:blipFill>
              <a:blip r:embed="rId5"/>
              <a:stretch>
                <a:fillRect l="0" t="-28074" r="0" b="-2807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81034" y="5961749"/>
            <a:ext cx="11325931" cy="239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59"/>
              </a:lnSpc>
            </a:pPr>
            <a:r>
              <a:rPr lang="en-US" sz="19186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032069">
            <a:off x="13978245" y="7623328"/>
            <a:ext cx="3658235" cy="3452043"/>
          </a:xfrm>
          <a:custGeom>
            <a:avLst/>
            <a:gdLst/>
            <a:ahLst/>
            <a:cxnLst/>
            <a:rect r="r" b="b" t="t" l="l"/>
            <a:pathLst>
              <a:path h="3452043" w="3658235">
                <a:moveTo>
                  <a:pt x="0" y="0"/>
                </a:moveTo>
                <a:lnTo>
                  <a:pt x="3658234" y="0"/>
                </a:lnTo>
                <a:lnTo>
                  <a:pt x="3658234" y="3452043"/>
                </a:lnTo>
                <a:lnTo>
                  <a:pt x="0" y="3452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1950465">
            <a:off x="1934067" y="2941638"/>
            <a:ext cx="2048668" cy="1933198"/>
          </a:xfrm>
          <a:custGeom>
            <a:avLst/>
            <a:gdLst/>
            <a:ahLst/>
            <a:cxnLst/>
            <a:rect r="r" b="b" t="t" l="l"/>
            <a:pathLst>
              <a:path h="1933198" w="2048668">
                <a:moveTo>
                  <a:pt x="0" y="0"/>
                </a:moveTo>
                <a:lnTo>
                  <a:pt x="2048668" y="0"/>
                </a:lnTo>
                <a:lnTo>
                  <a:pt x="2048668" y="1933198"/>
                </a:lnTo>
                <a:lnTo>
                  <a:pt x="0" y="1933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DAHGSYJ9zgQ</dc:identifier>
  <dcterms:modified xsi:type="dcterms:W3CDTF">2011-08-01T06:04:30Z</dcterms:modified>
  <cp:revision>1</cp:revision>
  <dc:title>AI-Powered Data Analyst Assistant Azmeera Manjula MBA – Business Analytics</dc:title>
</cp:coreProperties>
</file>